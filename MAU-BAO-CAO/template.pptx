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98" r:id="rId3"/>
    <p:sldId id="299" r:id="rId4"/>
    <p:sldId id="300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313" r:id="rId18"/>
    <p:sldId id="314" r:id="rId19"/>
    <p:sldId id="31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691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48CE1B-89DF-4451-914C-8EAA83904CE5}" type="datetimeFigureOut">
              <a:rPr lang="vi-VN" smtClean="0"/>
              <a:pPr/>
              <a:t>16/09/2024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F09D81-1F8F-4D0C-92B0-DA0D3EC8E914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2385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2441" y="2057401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36841" y="3806631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71641" y="6356351"/>
            <a:ext cx="284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734331" y="6356351"/>
            <a:ext cx="386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9266" y="274638"/>
            <a:ext cx="10634134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9266" y="1600201"/>
            <a:ext cx="10634133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37049" y="6356351"/>
            <a:ext cx="386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80499" y="6356351"/>
            <a:ext cx="28448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567267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368300"/>
            <a:ext cx="567267" cy="203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 userDrawn="1"/>
        </p:nvSpPr>
        <p:spPr>
          <a:xfrm>
            <a:off x="0" y="1181100"/>
            <a:ext cx="567267" cy="2032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>
          <a:xfrm>
            <a:off x="0" y="774700"/>
            <a:ext cx="567267" cy="203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446107" y="0"/>
            <a:ext cx="6095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567267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3683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>
          <a:xfrm>
            <a:off x="0" y="11811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0" y="7747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/>
          <p:cNvSpPr/>
          <p:nvPr userDrawn="1"/>
        </p:nvSpPr>
        <p:spPr>
          <a:xfrm>
            <a:off x="1446107" y="0"/>
            <a:ext cx="6095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567267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3683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/>
          <p:cNvSpPr/>
          <p:nvPr userDrawn="1"/>
        </p:nvSpPr>
        <p:spPr>
          <a:xfrm>
            <a:off x="0" y="11811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Rectangle 12"/>
          <p:cNvSpPr/>
          <p:nvPr userDrawn="1"/>
        </p:nvSpPr>
        <p:spPr>
          <a:xfrm>
            <a:off x="0" y="7747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Rectangle 13"/>
          <p:cNvSpPr/>
          <p:nvPr userDrawn="1"/>
        </p:nvSpPr>
        <p:spPr>
          <a:xfrm>
            <a:off x="1446107" y="0"/>
            <a:ext cx="6095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70" y="549276"/>
            <a:ext cx="842433" cy="63182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5" t="3275" r="4104" b="4198"/>
          <a:stretch/>
        </p:blipFill>
        <p:spPr>
          <a:xfrm rot="16200000">
            <a:off x="305108" y="5527576"/>
            <a:ext cx="1403155" cy="7496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567267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3683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0" y="11811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 userDrawn="1"/>
        </p:nvSpPr>
        <p:spPr>
          <a:xfrm>
            <a:off x="0" y="7747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>
          <a:xfrm>
            <a:off x="1446107" y="0"/>
            <a:ext cx="6095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70" y="549276"/>
            <a:ext cx="842433" cy="6318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5" t="3275" r="4104" b="4198"/>
          <a:stretch/>
        </p:blipFill>
        <p:spPr>
          <a:xfrm rot="16200000">
            <a:off x="305108" y="5527576"/>
            <a:ext cx="1403155" cy="7496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567267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3683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 6"/>
          <p:cNvSpPr/>
          <p:nvPr userDrawn="1"/>
        </p:nvSpPr>
        <p:spPr>
          <a:xfrm>
            <a:off x="0" y="11811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0" y="7747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 userDrawn="1"/>
        </p:nvSpPr>
        <p:spPr>
          <a:xfrm>
            <a:off x="1446107" y="0"/>
            <a:ext cx="6095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567267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3683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>
          <a:xfrm>
            <a:off x="0" y="11811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0" y="7747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/>
          <p:cNvSpPr/>
          <p:nvPr userDrawn="1"/>
        </p:nvSpPr>
        <p:spPr>
          <a:xfrm>
            <a:off x="1446107" y="0"/>
            <a:ext cx="6095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567267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3683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>
          <a:xfrm>
            <a:off x="0" y="11811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0" y="7747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/>
          <p:cNvSpPr/>
          <p:nvPr userDrawn="1"/>
        </p:nvSpPr>
        <p:spPr>
          <a:xfrm>
            <a:off x="1446107" y="0"/>
            <a:ext cx="6095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F4466-4275-4567-A820-1B91279C7BDE}" type="datetime1">
              <a:rPr lang="en-US" smtClean="0"/>
              <a:pPr/>
              <a:t>16/9/2024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CIVE 2602.2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567267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3683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 userDrawn="1"/>
        </p:nvSpPr>
        <p:spPr>
          <a:xfrm>
            <a:off x="0" y="11811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>
          <a:xfrm>
            <a:off x="0" y="7747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446107" y="0"/>
            <a:ext cx="6095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5A56F-200E-4368-A691-1AE2D27A4578}" type="datetime1">
              <a:rPr lang="en-US" smtClean="0"/>
              <a:pPr/>
              <a:t>16/9/2024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CIVE 2602.2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567267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3683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 userDrawn="1"/>
        </p:nvSpPr>
        <p:spPr>
          <a:xfrm>
            <a:off x="0" y="11811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>
          <a:xfrm>
            <a:off x="0" y="7747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446107" y="0"/>
            <a:ext cx="6095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27759" y="274638"/>
            <a:ext cx="1083564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7759" y="1600201"/>
            <a:ext cx="10835641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57000" y="6356351"/>
            <a:ext cx="22973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848A39-50DC-42FB-A368-12ED3EE12084}" type="datetime1">
              <a:rPr lang="en-US" smtClean="0"/>
              <a:pPr/>
              <a:t>16/9/2024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43400" y="636597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CIVE 2602.2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932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" y="0"/>
            <a:ext cx="26799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Rectangle 7"/>
          <p:cNvSpPr/>
          <p:nvPr userDrawn="1"/>
        </p:nvSpPr>
        <p:spPr>
          <a:xfrm>
            <a:off x="1" y="368300"/>
            <a:ext cx="268000" cy="2032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 userDrawn="1"/>
        </p:nvSpPr>
        <p:spPr>
          <a:xfrm>
            <a:off x="1" y="1181100"/>
            <a:ext cx="268000" cy="203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1" y="774700"/>
            <a:ext cx="268000" cy="203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990600" y="0"/>
            <a:ext cx="6095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483" y="549275"/>
            <a:ext cx="608917" cy="6318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81" y="5635318"/>
            <a:ext cx="719040" cy="722600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 rot="16200000">
            <a:off x="-1563892" y="3136612"/>
            <a:ext cx="43476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chool</a:t>
            </a:r>
            <a:r>
              <a:rPr lang="en-US" sz="2400" b="0" baseline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3200" b="1" baseline="0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0" baseline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pplied </a:t>
            </a:r>
            <a:r>
              <a:rPr lang="en-US" sz="3200" b="1" baseline="0" dirty="0" smtClean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b="0" baseline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athematics</a:t>
            </a:r>
            <a:endParaRPr lang="en-US" sz="2400" b="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b="1" dirty="0" err="1" smtClean="0">
                <a:solidFill>
                  <a:srgbClr val="7030A0"/>
                </a:solidFill>
              </a:rPr>
              <a:t>Dự</a:t>
            </a:r>
            <a:r>
              <a:rPr lang="en-US" sz="6000" b="1" dirty="0" smtClean="0">
                <a:solidFill>
                  <a:srgbClr val="7030A0"/>
                </a:solidFill>
              </a:rPr>
              <a:t> </a:t>
            </a:r>
            <a:r>
              <a:rPr lang="en-US" sz="6000" b="1" dirty="0" err="1" smtClean="0">
                <a:solidFill>
                  <a:srgbClr val="7030A0"/>
                </a:solidFill>
              </a:rPr>
              <a:t>án</a:t>
            </a:r>
            <a:r>
              <a:rPr lang="en-US" sz="6000" b="1" dirty="0" smtClean="0">
                <a:solidFill>
                  <a:srgbClr val="7030A0"/>
                </a:solidFill>
              </a:rPr>
              <a:t>: KHOA HỌC DỮ LIỆU</a:t>
            </a:r>
            <a:endParaRPr lang="vi-VN" sz="6000" b="1" dirty="0">
              <a:solidFill>
                <a:srgbClr val="7030A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90800" y="3886200"/>
            <a:ext cx="7772400" cy="1752600"/>
          </a:xfrm>
        </p:spPr>
        <p:txBody>
          <a:bodyPr>
            <a:normAutofit fontScale="47500" lnSpcReduction="20000"/>
          </a:bodyPr>
          <a:lstStyle/>
          <a:p>
            <a:r>
              <a:rPr lang="en-US" dirty="0" err="1" smtClean="0">
                <a:solidFill>
                  <a:srgbClr val="0000CC"/>
                </a:solidFill>
              </a:rPr>
              <a:t>Sinh</a:t>
            </a:r>
            <a:r>
              <a:rPr lang="en-US" dirty="0" smtClean="0">
                <a:solidFill>
                  <a:srgbClr val="0000CC"/>
                </a:solidFill>
              </a:rPr>
              <a:t> </a:t>
            </a:r>
            <a:r>
              <a:rPr lang="en-US" dirty="0" err="1" smtClean="0">
                <a:solidFill>
                  <a:srgbClr val="0000CC"/>
                </a:solidFill>
              </a:rPr>
              <a:t>viên</a:t>
            </a:r>
            <a:r>
              <a:rPr lang="en-US" dirty="0" smtClean="0">
                <a:solidFill>
                  <a:srgbClr val="0000CC"/>
                </a:solidFill>
              </a:rPr>
              <a:t> </a:t>
            </a:r>
            <a:r>
              <a:rPr lang="en-US" dirty="0" err="1" smtClean="0">
                <a:solidFill>
                  <a:srgbClr val="0000CC"/>
                </a:solidFill>
              </a:rPr>
              <a:t>thực</a:t>
            </a:r>
            <a:r>
              <a:rPr lang="en-US" dirty="0" smtClean="0">
                <a:solidFill>
                  <a:srgbClr val="0000CC"/>
                </a:solidFill>
              </a:rPr>
              <a:t> </a:t>
            </a:r>
            <a:r>
              <a:rPr lang="en-US" dirty="0" err="1" smtClean="0">
                <a:solidFill>
                  <a:srgbClr val="0000CC"/>
                </a:solidFill>
              </a:rPr>
              <a:t>hiện</a:t>
            </a:r>
            <a:r>
              <a:rPr lang="en-US" dirty="0" smtClean="0">
                <a:solidFill>
                  <a:srgbClr val="0000CC"/>
                </a:solidFill>
              </a:rPr>
              <a:t>:</a:t>
            </a:r>
          </a:p>
          <a:p>
            <a:r>
              <a:rPr lang="en-US" dirty="0" err="1" smtClean="0">
                <a:solidFill>
                  <a:srgbClr val="0000CC"/>
                </a:solidFill>
              </a:rPr>
              <a:t>Nguyễn</a:t>
            </a:r>
            <a:r>
              <a:rPr lang="en-US" dirty="0" smtClean="0">
                <a:solidFill>
                  <a:srgbClr val="0000CC"/>
                </a:solidFill>
              </a:rPr>
              <a:t> </a:t>
            </a:r>
            <a:r>
              <a:rPr lang="en-US" dirty="0" err="1" smtClean="0">
                <a:solidFill>
                  <a:srgbClr val="0000CC"/>
                </a:solidFill>
              </a:rPr>
              <a:t>Văn</a:t>
            </a:r>
            <a:r>
              <a:rPr lang="en-US" dirty="0" smtClean="0">
                <a:solidFill>
                  <a:srgbClr val="0000CC"/>
                </a:solidFill>
              </a:rPr>
              <a:t> A, MSV: </a:t>
            </a:r>
          </a:p>
          <a:p>
            <a:r>
              <a:rPr lang="en-US" dirty="0" err="1" smtClean="0">
                <a:solidFill>
                  <a:srgbClr val="0000CC"/>
                </a:solidFill>
              </a:rPr>
              <a:t>Nguyễn</a:t>
            </a:r>
            <a:r>
              <a:rPr lang="en-US" dirty="0" smtClean="0">
                <a:solidFill>
                  <a:srgbClr val="0000CC"/>
                </a:solidFill>
              </a:rPr>
              <a:t> </a:t>
            </a:r>
            <a:r>
              <a:rPr lang="en-US" dirty="0" err="1" smtClean="0">
                <a:solidFill>
                  <a:srgbClr val="0000CC"/>
                </a:solidFill>
              </a:rPr>
              <a:t>Thị</a:t>
            </a:r>
            <a:r>
              <a:rPr lang="en-US" dirty="0" smtClean="0">
                <a:solidFill>
                  <a:srgbClr val="0000CC"/>
                </a:solidFill>
              </a:rPr>
              <a:t> B, MSV:</a:t>
            </a:r>
          </a:p>
          <a:p>
            <a:r>
              <a:rPr lang="en-US" dirty="0" err="1" smtClean="0">
                <a:solidFill>
                  <a:srgbClr val="0000CC"/>
                </a:solidFill>
              </a:rPr>
              <a:t>Giáo</a:t>
            </a:r>
            <a:r>
              <a:rPr lang="en-US" dirty="0" smtClean="0">
                <a:solidFill>
                  <a:srgbClr val="0000CC"/>
                </a:solidFill>
              </a:rPr>
              <a:t> </a:t>
            </a:r>
            <a:r>
              <a:rPr lang="en-US" dirty="0" err="1" smtClean="0">
                <a:solidFill>
                  <a:srgbClr val="0000CC"/>
                </a:solidFill>
              </a:rPr>
              <a:t>viên</a:t>
            </a:r>
            <a:r>
              <a:rPr lang="en-US" dirty="0" smtClean="0">
                <a:solidFill>
                  <a:srgbClr val="0000CC"/>
                </a:solidFill>
              </a:rPr>
              <a:t> </a:t>
            </a:r>
            <a:r>
              <a:rPr lang="en-US" dirty="0" err="1" smtClean="0">
                <a:solidFill>
                  <a:srgbClr val="0000CC"/>
                </a:solidFill>
              </a:rPr>
              <a:t>hướng</a:t>
            </a:r>
            <a:r>
              <a:rPr lang="en-US" dirty="0" smtClean="0">
                <a:solidFill>
                  <a:srgbClr val="0000CC"/>
                </a:solidFill>
              </a:rPr>
              <a:t> </a:t>
            </a:r>
            <a:r>
              <a:rPr lang="en-US" dirty="0" err="1" smtClean="0">
                <a:solidFill>
                  <a:srgbClr val="0000CC"/>
                </a:solidFill>
              </a:rPr>
              <a:t>dẫn</a:t>
            </a:r>
            <a:r>
              <a:rPr lang="en-US" dirty="0" smtClean="0">
                <a:solidFill>
                  <a:srgbClr val="0000CC"/>
                </a:solidFill>
              </a:rPr>
              <a:t>:</a:t>
            </a:r>
          </a:p>
          <a:p>
            <a:r>
              <a:rPr lang="en-US" dirty="0" smtClean="0">
                <a:solidFill>
                  <a:srgbClr val="0000CC"/>
                </a:solidFill>
              </a:rPr>
              <a:t>PGS. TS. </a:t>
            </a:r>
            <a:r>
              <a:rPr lang="en-US" dirty="0" err="1" smtClean="0">
                <a:solidFill>
                  <a:srgbClr val="0000CC"/>
                </a:solidFill>
              </a:rPr>
              <a:t>Trần</a:t>
            </a:r>
            <a:r>
              <a:rPr lang="en-US" dirty="0" smtClean="0">
                <a:solidFill>
                  <a:srgbClr val="0000CC"/>
                </a:solidFill>
              </a:rPr>
              <a:t> </a:t>
            </a:r>
            <a:r>
              <a:rPr lang="en-US" dirty="0" err="1" smtClean="0">
                <a:solidFill>
                  <a:srgbClr val="0000CC"/>
                </a:solidFill>
              </a:rPr>
              <a:t>Văn</a:t>
            </a:r>
            <a:r>
              <a:rPr lang="en-US" dirty="0" smtClean="0">
                <a:solidFill>
                  <a:srgbClr val="0000CC"/>
                </a:solidFill>
              </a:rPr>
              <a:t> Long</a:t>
            </a:r>
          </a:p>
          <a:p>
            <a:endParaRPr lang="en-US" dirty="0">
              <a:solidFill>
                <a:srgbClr val="0000CC"/>
              </a:solidFill>
            </a:endParaRPr>
          </a:p>
          <a:p>
            <a:r>
              <a:rPr lang="en-US" dirty="0" smtClean="0">
                <a:solidFill>
                  <a:srgbClr val="0000CC"/>
                </a:solidFill>
              </a:rPr>
              <a:t>TRƯỜNG </a:t>
            </a:r>
            <a:r>
              <a:rPr lang="en-US" dirty="0" smtClean="0">
                <a:solidFill>
                  <a:srgbClr val="0000CC"/>
                </a:solidFill>
              </a:rPr>
              <a:t>ĐẠI HỌC GIAO THÔNG VẬN TẢI</a:t>
            </a:r>
            <a:endParaRPr lang="vi-VN" dirty="0">
              <a:solidFill>
                <a:srgbClr val="0000CC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NỘI DUNG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898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00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592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229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103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36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002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301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510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975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959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614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84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937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3123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1103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1579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957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</TotalTime>
  <Words>64</Words>
  <Application>Microsoft Office PowerPoint</Application>
  <PresentationFormat>Widescreen</PresentationFormat>
  <Paragraphs>28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Dự án: KHOA HỌC DỮ LIỆU</vt:lpstr>
      <vt:lpstr>NỘI DUNG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Engineering Mathematics CIVE 2602.2</dc:title>
  <dc:creator>TranLong</dc:creator>
  <cp:lastModifiedBy>Admin</cp:lastModifiedBy>
  <cp:revision>136</cp:revision>
  <dcterms:created xsi:type="dcterms:W3CDTF">2006-08-16T00:00:00Z</dcterms:created>
  <dcterms:modified xsi:type="dcterms:W3CDTF">2024-09-16T06:45:28Z</dcterms:modified>
</cp:coreProperties>
</file>