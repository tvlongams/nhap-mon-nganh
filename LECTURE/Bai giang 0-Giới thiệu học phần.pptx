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98" r:id="rId3"/>
    <p:sldId id="299" r:id="rId4"/>
    <p:sldId id="300" r:id="rId5"/>
    <p:sldId id="30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691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48CE1B-89DF-4451-914C-8EAA83904CE5}" type="datetimeFigureOut">
              <a:rPr lang="vi-VN" smtClean="0"/>
              <a:pPr/>
              <a:t>06/09/2026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F09D81-1F8F-4D0C-92B0-DA0D3EC8E91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2385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2441" y="2057401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36841" y="3806631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71641" y="6356351"/>
            <a:ext cx="284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34331" y="6356351"/>
            <a:ext cx="386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9266" y="274638"/>
            <a:ext cx="10634134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9266" y="1600201"/>
            <a:ext cx="10634133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37049" y="6356351"/>
            <a:ext cx="386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0499" y="6356351"/>
            <a:ext cx="28448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56726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368300"/>
            <a:ext cx="567267" cy="203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 userDrawn="1"/>
        </p:nvSpPr>
        <p:spPr>
          <a:xfrm>
            <a:off x="0" y="1181100"/>
            <a:ext cx="567267" cy="203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>
          <a:xfrm>
            <a:off x="0" y="774700"/>
            <a:ext cx="567267" cy="203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446107" y="0"/>
            <a:ext cx="6095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56726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3683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>
          <a:xfrm>
            <a:off x="0" y="11811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0" y="7747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 userDrawn="1"/>
        </p:nvSpPr>
        <p:spPr>
          <a:xfrm>
            <a:off x="1446107" y="0"/>
            <a:ext cx="6095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56726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3683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 userDrawn="1"/>
        </p:nvSpPr>
        <p:spPr>
          <a:xfrm>
            <a:off x="0" y="11811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Rectangle 12"/>
          <p:cNvSpPr/>
          <p:nvPr userDrawn="1"/>
        </p:nvSpPr>
        <p:spPr>
          <a:xfrm>
            <a:off x="0" y="7747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Rectangle 13"/>
          <p:cNvSpPr/>
          <p:nvPr userDrawn="1"/>
        </p:nvSpPr>
        <p:spPr>
          <a:xfrm>
            <a:off x="1446107" y="0"/>
            <a:ext cx="6095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70" y="549276"/>
            <a:ext cx="842433" cy="6318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5" t="3275" r="4104" b="4198"/>
          <a:stretch/>
        </p:blipFill>
        <p:spPr>
          <a:xfrm rot="16200000">
            <a:off x="305108" y="5527576"/>
            <a:ext cx="1403155" cy="749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56726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3683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11811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 userDrawn="1"/>
        </p:nvSpPr>
        <p:spPr>
          <a:xfrm>
            <a:off x="0" y="7747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>
          <a:xfrm>
            <a:off x="1446107" y="0"/>
            <a:ext cx="6095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70" y="549276"/>
            <a:ext cx="842433" cy="6318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5" t="3275" r="4104" b="4198"/>
          <a:stretch/>
        </p:blipFill>
        <p:spPr>
          <a:xfrm rot="16200000">
            <a:off x="305108" y="5527576"/>
            <a:ext cx="1403155" cy="749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56726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3683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 6"/>
          <p:cNvSpPr/>
          <p:nvPr userDrawn="1"/>
        </p:nvSpPr>
        <p:spPr>
          <a:xfrm>
            <a:off x="0" y="11811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7747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 userDrawn="1"/>
        </p:nvSpPr>
        <p:spPr>
          <a:xfrm>
            <a:off x="1446107" y="0"/>
            <a:ext cx="6095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56726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3683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>
          <a:xfrm>
            <a:off x="0" y="11811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0" y="7747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 userDrawn="1"/>
        </p:nvSpPr>
        <p:spPr>
          <a:xfrm>
            <a:off x="1446107" y="0"/>
            <a:ext cx="6095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56726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3683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>
          <a:xfrm>
            <a:off x="0" y="11811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0" y="7747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 userDrawn="1"/>
        </p:nvSpPr>
        <p:spPr>
          <a:xfrm>
            <a:off x="1446107" y="0"/>
            <a:ext cx="6095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F4466-4275-4567-A820-1B91279C7BDE}" type="datetime1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CIVE 2602.2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56726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3683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 userDrawn="1"/>
        </p:nvSpPr>
        <p:spPr>
          <a:xfrm>
            <a:off x="0" y="11811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>
          <a:xfrm>
            <a:off x="0" y="7747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446107" y="0"/>
            <a:ext cx="6095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5A56F-200E-4368-A691-1AE2D27A4578}" type="datetime1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CIVE 2602.2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56726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3683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 userDrawn="1"/>
        </p:nvSpPr>
        <p:spPr>
          <a:xfrm>
            <a:off x="0" y="11811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>
          <a:xfrm>
            <a:off x="0" y="774700"/>
            <a:ext cx="567267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446107" y="0"/>
            <a:ext cx="6095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27759" y="274638"/>
            <a:ext cx="1083564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7759" y="1600201"/>
            <a:ext cx="10835641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7000" y="6356351"/>
            <a:ext cx="22973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848A39-50DC-42FB-A368-12ED3EE12084}" type="datetime1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43400" y="636597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CIVE 2602.2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932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" y="0"/>
            <a:ext cx="26799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Rectangle 7"/>
          <p:cNvSpPr/>
          <p:nvPr userDrawn="1"/>
        </p:nvSpPr>
        <p:spPr>
          <a:xfrm>
            <a:off x="1" y="368300"/>
            <a:ext cx="268000" cy="2032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 userDrawn="1"/>
        </p:nvSpPr>
        <p:spPr>
          <a:xfrm>
            <a:off x="1" y="1181100"/>
            <a:ext cx="268000" cy="203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" y="774700"/>
            <a:ext cx="268000" cy="203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990600" y="0"/>
            <a:ext cx="6095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83" y="549275"/>
            <a:ext cx="608917" cy="6318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81" y="5635318"/>
            <a:ext cx="719040" cy="722600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 rot="16200000">
            <a:off x="-1563892" y="3136612"/>
            <a:ext cx="43476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chool</a:t>
            </a:r>
            <a:r>
              <a:rPr lang="en-US" sz="2400" b="0" baseline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3200" b="1" baseline="0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0" baseline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pplied </a:t>
            </a:r>
            <a:r>
              <a:rPr lang="en-US" sz="3200" b="1" baseline="0" dirty="0" smtClean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b="0" baseline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athematics</a:t>
            </a:r>
            <a:endParaRPr lang="en-US" sz="2400" b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6000" b="1" dirty="0" smtClean="0">
                <a:solidFill>
                  <a:srgbClr val="7030A0"/>
                </a:solidFill>
              </a:rPr>
              <a:t>NHẬP MÔN NGÀNH</a:t>
            </a:r>
            <a:br>
              <a:rPr lang="en-US" sz="6000" b="1" dirty="0" smtClean="0">
                <a:solidFill>
                  <a:srgbClr val="7030A0"/>
                </a:solidFill>
              </a:rPr>
            </a:br>
            <a:r>
              <a:rPr lang="en-US" sz="6000" b="1" dirty="0" smtClean="0">
                <a:solidFill>
                  <a:srgbClr val="7030A0"/>
                </a:solidFill>
              </a:rPr>
              <a:t>TOÁN ỨNG DỤNG</a:t>
            </a:r>
            <a:endParaRPr lang="vi-VN" sz="6000" b="1" dirty="0">
              <a:solidFill>
                <a:srgbClr val="7030A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90800" y="3886200"/>
            <a:ext cx="8686800" cy="1752600"/>
          </a:xfrm>
        </p:spPr>
        <p:txBody>
          <a:bodyPr/>
          <a:lstStyle/>
          <a:p>
            <a:r>
              <a:rPr lang="en-US" dirty="0" smtClean="0">
                <a:solidFill>
                  <a:srgbClr val="0000CC"/>
                </a:solidFill>
              </a:rPr>
              <a:t>PGS. TS. Trần Văn Long, TS. </a:t>
            </a:r>
            <a:r>
              <a:rPr lang="en-US" dirty="0" err="1" smtClean="0">
                <a:solidFill>
                  <a:srgbClr val="0000CC"/>
                </a:solidFill>
              </a:rPr>
              <a:t>Nguyễn</a:t>
            </a:r>
            <a:r>
              <a:rPr lang="en-US" dirty="0" smtClean="0">
                <a:solidFill>
                  <a:srgbClr val="0000CC"/>
                </a:solidFill>
              </a:rPr>
              <a:t> </a:t>
            </a:r>
            <a:r>
              <a:rPr lang="en-US" dirty="0" err="1" smtClean="0">
                <a:solidFill>
                  <a:srgbClr val="0000CC"/>
                </a:solidFill>
              </a:rPr>
              <a:t>Mạnh</a:t>
            </a:r>
            <a:r>
              <a:rPr lang="en-US" dirty="0" smtClean="0">
                <a:solidFill>
                  <a:srgbClr val="0000CC"/>
                </a:solidFill>
              </a:rPr>
              <a:t> </a:t>
            </a:r>
            <a:r>
              <a:rPr lang="en-US" dirty="0" err="1" smtClean="0">
                <a:solidFill>
                  <a:srgbClr val="0000CC"/>
                </a:solidFill>
              </a:rPr>
              <a:t>Hùng</a:t>
            </a:r>
            <a:endParaRPr lang="en-US" dirty="0" smtClean="0">
              <a:solidFill>
                <a:srgbClr val="0000CC"/>
              </a:solidFill>
            </a:endParaRPr>
          </a:p>
          <a:p>
            <a:r>
              <a:rPr lang="en-US" dirty="0" smtClean="0">
                <a:solidFill>
                  <a:srgbClr val="0000CC"/>
                </a:solidFill>
              </a:rPr>
              <a:t>TRƯỜNG ĐẠI HỌC GIAO THÔNG VẬN TẢI</a:t>
            </a:r>
            <a:endParaRPr lang="vi-VN" dirty="0">
              <a:solidFill>
                <a:srgbClr val="0000CC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NỘI DUNG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 err="1" smtClean="0"/>
              <a:t>Chương</a:t>
            </a:r>
            <a:r>
              <a:rPr lang="en-US" sz="3000" dirty="0" smtClean="0"/>
              <a:t> </a:t>
            </a:r>
            <a:r>
              <a:rPr lang="en-US" sz="3000" dirty="0"/>
              <a:t>1</a:t>
            </a:r>
            <a:r>
              <a:rPr lang="en-US" sz="3000" dirty="0" smtClean="0"/>
              <a:t>: </a:t>
            </a:r>
            <a:r>
              <a:rPr lang="en-US" sz="3000" dirty="0" err="1" smtClean="0"/>
              <a:t>Giới</a:t>
            </a:r>
            <a:r>
              <a:rPr lang="en-US" sz="3000" dirty="0" smtClean="0"/>
              <a:t> </a:t>
            </a:r>
            <a:r>
              <a:rPr lang="en-US" sz="3000" dirty="0" err="1" smtClean="0"/>
              <a:t>thiệu</a:t>
            </a:r>
            <a:r>
              <a:rPr lang="en-US" sz="3000" dirty="0" smtClean="0"/>
              <a:t> chương trình đào tạo </a:t>
            </a:r>
            <a:r>
              <a:rPr lang="en-US" sz="3000" dirty="0" err="1" smtClean="0"/>
              <a:t>toán</a:t>
            </a:r>
            <a:r>
              <a:rPr lang="en-US" sz="3000" dirty="0" smtClean="0"/>
              <a:t> </a:t>
            </a:r>
            <a:r>
              <a:rPr lang="en-US" sz="3000" dirty="0" err="1" smtClean="0"/>
              <a:t>ứng</a:t>
            </a:r>
            <a:r>
              <a:rPr lang="en-US" sz="3000" dirty="0" smtClean="0"/>
              <a:t> </a:t>
            </a:r>
            <a:r>
              <a:rPr lang="en-US" sz="3000" dirty="0" err="1" smtClean="0"/>
              <a:t>dụng</a:t>
            </a:r>
            <a:endParaRPr lang="en-US" sz="3000" dirty="0" smtClean="0"/>
          </a:p>
          <a:p>
            <a:pPr marL="0" indent="0">
              <a:buNone/>
            </a:pPr>
            <a:r>
              <a:rPr lang="en-US" sz="3000" dirty="0" err="1"/>
              <a:t>Chương</a:t>
            </a:r>
            <a:r>
              <a:rPr lang="en-US" sz="3000" dirty="0"/>
              <a:t> </a:t>
            </a:r>
            <a:r>
              <a:rPr lang="en-US" sz="3000" dirty="0" smtClean="0"/>
              <a:t>2: </a:t>
            </a:r>
            <a:r>
              <a:rPr lang="en-US" sz="3000" dirty="0" err="1"/>
              <a:t>Giới</a:t>
            </a:r>
            <a:r>
              <a:rPr lang="en-US" sz="3000" dirty="0"/>
              <a:t> </a:t>
            </a:r>
            <a:r>
              <a:rPr lang="en-US" sz="3000" dirty="0" err="1"/>
              <a:t>thiệu</a:t>
            </a:r>
            <a:r>
              <a:rPr lang="en-US" sz="3000" dirty="0"/>
              <a:t> </a:t>
            </a:r>
            <a:r>
              <a:rPr lang="en-US" sz="3000" dirty="0" err="1"/>
              <a:t>về</a:t>
            </a:r>
            <a:r>
              <a:rPr lang="en-US" sz="3000" dirty="0"/>
              <a:t> </a:t>
            </a:r>
            <a:r>
              <a:rPr lang="en-US" sz="3000" dirty="0" err="1"/>
              <a:t>ngành</a:t>
            </a:r>
            <a:r>
              <a:rPr lang="en-US" sz="3000" dirty="0"/>
              <a:t> </a:t>
            </a:r>
            <a:r>
              <a:rPr lang="en-US" sz="3000" dirty="0" err="1"/>
              <a:t>toán</a:t>
            </a:r>
            <a:r>
              <a:rPr lang="en-US" sz="3000" dirty="0"/>
              <a:t> </a:t>
            </a:r>
            <a:r>
              <a:rPr lang="en-US" sz="3000" dirty="0" err="1"/>
              <a:t>ứng</a:t>
            </a:r>
            <a:r>
              <a:rPr lang="en-US" sz="3000" dirty="0"/>
              <a:t> </a:t>
            </a:r>
            <a:r>
              <a:rPr lang="en-US" sz="3000" dirty="0" err="1"/>
              <a:t>dụng</a:t>
            </a:r>
            <a:r>
              <a:rPr lang="en-US" sz="3000" dirty="0"/>
              <a:t> </a:t>
            </a:r>
            <a:r>
              <a:rPr lang="en-US" sz="3000" dirty="0" err="1"/>
              <a:t>và</a:t>
            </a:r>
            <a:r>
              <a:rPr lang="en-US" sz="3000" dirty="0"/>
              <a:t> </a:t>
            </a:r>
            <a:r>
              <a:rPr lang="en-US" sz="3000" dirty="0" err="1"/>
              <a:t>khoa</a:t>
            </a:r>
            <a:r>
              <a:rPr lang="en-US" sz="3000" dirty="0"/>
              <a:t> </a:t>
            </a:r>
            <a:r>
              <a:rPr lang="en-US" sz="3000" dirty="0" err="1"/>
              <a:t>học</a:t>
            </a:r>
            <a:r>
              <a:rPr lang="en-US" sz="3000" dirty="0"/>
              <a:t> </a:t>
            </a:r>
            <a:r>
              <a:rPr lang="en-US" sz="3000" dirty="0" err="1"/>
              <a:t>dữ</a:t>
            </a:r>
            <a:r>
              <a:rPr lang="en-US" sz="3000" dirty="0"/>
              <a:t> </a:t>
            </a:r>
            <a:r>
              <a:rPr lang="en-US" sz="3000" dirty="0" err="1"/>
              <a:t>liệu</a:t>
            </a:r>
            <a:endParaRPr lang="en-US" sz="3000" dirty="0"/>
          </a:p>
          <a:p>
            <a:pPr marL="0" indent="0">
              <a:buNone/>
            </a:pPr>
            <a:r>
              <a:rPr lang="en-US" sz="3000" dirty="0" err="1" smtClean="0"/>
              <a:t>Chương</a:t>
            </a:r>
            <a:r>
              <a:rPr lang="en-US" sz="3000" dirty="0" smtClean="0"/>
              <a:t> 3: </a:t>
            </a:r>
            <a:r>
              <a:rPr lang="en-US" sz="3000" dirty="0" err="1" smtClean="0"/>
              <a:t>Quy</a:t>
            </a:r>
            <a:r>
              <a:rPr lang="en-US" sz="3000" dirty="0" smtClean="0"/>
              <a:t> trình </a:t>
            </a:r>
            <a:r>
              <a:rPr lang="en-US" sz="3000" dirty="0" err="1" smtClean="0"/>
              <a:t>làm</a:t>
            </a:r>
            <a:r>
              <a:rPr lang="en-US" sz="3000" dirty="0" smtClean="0"/>
              <a:t> </a:t>
            </a:r>
            <a:r>
              <a:rPr lang="en-US" sz="3000" dirty="0" err="1" smtClean="0"/>
              <a:t>dự</a:t>
            </a:r>
            <a:r>
              <a:rPr lang="en-US" sz="3000" dirty="0" smtClean="0"/>
              <a:t> </a:t>
            </a:r>
            <a:r>
              <a:rPr lang="en-US" sz="3000" dirty="0" err="1" smtClean="0"/>
              <a:t>án</a:t>
            </a:r>
            <a:r>
              <a:rPr lang="en-US" sz="3000" dirty="0" smtClean="0"/>
              <a:t> Khoa học </a:t>
            </a:r>
            <a:r>
              <a:rPr lang="en-US" sz="3000" dirty="0" err="1" smtClean="0"/>
              <a:t>dữ</a:t>
            </a:r>
            <a:r>
              <a:rPr lang="en-US" sz="3000" dirty="0" smtClean="0"/>
              <a:t> </a:t>
            </a:r>
            <a:r>
              <a:rPr lang="en-US" sz="3000" dirty="0" err="1" smtClean="0"/>
              <a:t>liệu</a:t>
            </a:r>
            <a:endParaRPr lang="en-US" sz="3000" dirty="0" smtClean="0"/>
          </a:p>
          <a:p>
            <a:pPr marL="0" indent="0">
              <a:buNone/>
            </a:pPr>
            <a:endParaRPr lang="en-US" sz="3000" dirty="0" smtClean="0"/>
          </a:p>
          <a:p>
            <a:pPr marL="0" indent="0">
              <a:buNone/>
            </a:pPr>
            <a:r>
              <a:rPr lang="en-US" sz="3000" dirty="0" smtClean="0"/>
              <a:t>Chương 4: </a:t>
            </a:r>
            <a:r>
              <a:rPr lang="en-US" sz="3000" dirty="0" err="1" smtClean="0"/>
              <a:t>Kỹ</a:t>
            </a:r>
            <a:r>
              <a:rPr lang="en-US" sz="3000" dirty="0" smtClean="0"/>
              <a:t> </a:t>
            </a:r>
            <a:r>
              <a:rPr lang="en-US" sz="3000" dirty="0" err="1" smtClean="0"/>
              <a:t>năng</a:t>
            </a:r>
            <a:r>
              <a:rPr lang="en-US" sz="3000" dirty="0" smtClean="0"/>
              <a:t> </a:t>
            </a:r>
            <a:r>
              <a:rPr lang="en-US" sz="3000" dirty="0" err="1" smtClean="0"/>
              <a:t>mềm</a:t>
            </a:r>
            <a:endParaRPr lang="en-US" sz="3000" dirty="0" smtClean="0"/>
          </a:p>
          <a:p>
            <a:pPr marL="0" indent="0">
              <a:buNone/>
            </a:pPr>
            <a:r>
              <a:rPr lang="en-US" sz="3000" dirty="0" smtClean="0"/>
              <a:t>Chương 5: </a:t>
            </a:r>
            <a:r>
              <a:rPr lang="en-US" sz="3000" dirty="0" err="1" smtClean="0"/>
              <a:t>Kỹ</a:t>
            </a:r>
            <a:r>
              <a:rPr lang="en-US" sz="3000" dirty="0" smtClean="0"/>
              <a:t> </a:t>
            </a:r>
            <a:r>
              <a:rPr lang="en-US" sz="3000" dirty="0" err="1" smtClean="0"/>
              <a:t>năng</a:t>
            </a:r>
            <a:r>
              <a:rPr lang="en-US" sz="3000" dirty="0" smtClean="0"/>
              <a:t> </a:t>
            </a:r>
            <a:r>
              <a:rPr lang="en-US" sz="3000" dirty="0" err="1" smtClean="0"/>
              <a:t>tìm</a:t>
            </a:r>
            <a:r>
              <a:rPr lang="en-US" sz="3000" dirty="0" smtClean="0"/>
              <a:t> </a:t>
            </a:r>
            <a:r>
              <a:rPr lang="en-US" sz="3000" dirty="0" err="1" smtClean="0"/>
              <a:t>kiếm</a:t>
            </a:r>
            <a:r>
              <a:rPr lang="en-US" sz="3000" dirty="0" smtClean="0"/>
              <a:t> </a:t>
            </a:r>
            <a:r>
              <a:rPr lang="en-US" sz="3000" dirty="0" err="1" smtClean="0"/>
              <a:t>tư</a:t>
            </a:r>
            <a:r>
              <a:rPr lang="en-US" sz="3000" dirty="0" smtClean="0"/>
              <a:t> </a:t>
            </a:r>
            <a:r>
              <a:rPr lang="en-US" sz="3000" dirty="0" err="1" smtClean="0"/>
              <a:t>liệu</a:t>
            </a:r>
            <a:r>
              <a:rPr lang="en-US" sz="3000" dirty="0" smtClean="0"/>
              <a:t> </a:t>
            </a:r>
            <a:r>
              <a:rPr lang="en-US" sz="3000" dirty="0" err="1" smtClean="0"/>
              <a:t>và</a:t>
            </a:r>
            <a:r>
              <a:rPr lang="en-US" sz="3000" dirty="0" smtClean="0"/>
              <a:t> </a:t>
            </a:r>
            <a:r>
              <a:rPr lang="en-US" sz="3000" dirty="0" err="1" smtClean="0"/>
              <a:t>viết</a:t>
            </a:r>
            <a:r>
              <a:rPr lang="en-US" sz="3000" dirty="0" smtClean="0"/>
              <a:t> </a:t>
            </a:r>
            <a:r>
              <a:rPr lang="en-US" sz="3000" dirty="0" err="1" smtClean="0"/>
              <a:t>báo</a:t>
            </a:r>
            <a:r>
              <a:rPr lang="en-US" sz="3000" dirty="0" smtClean="0"/>
              <a:t> </a:t>
            </a:r>
            <a:r>
              <a:rPr lang="en-US" sz="3000" dirty="0" err="1" smtClean="0"/>
              <a:t>cáo</a:t>
            </a:r>
            <a:r>
              <a:rPr lang="en-US" sz="3000" dirty="0" smtClean="0"/>
              <a:t> </a:t>
            </a:r>
            <a:r>
              <a:rPr lang="en-US" sz="3000" dirty="0" err="1" smtClean="0"/>
              <a:t>chuyên</a:t>
            </a:r>
            <a:r>
              <a:rPr lang="en-US" sz="3000" dirty="0" smtClean="0"/>
              <a:t> </a:t>
            </a:r>
            <a:r>
              <a:rPr lang="en-US" sz="3000" dirty="0" err="1" smtClean="0"/>
              <a:t>môn</a:t>
            </a:r>
            <a:endParaRPr lang="en-US" sz="3000" dirty="0" smtClean="0"/>
          </a:p>
          <a:p>
            <a:pPr marL="0" indent="0">
              <a:buNone/>
            </a:pPr>
            <a:r>
              <a:rPr lang="en-US" sz="3000" dirty="0" smtClean="0"/>
              <a:t>Chương 6: </a:t>
            </a:r>
            <a:r>
              <a:rPr lang="en-US" sz="3000" dirty="0" err="1" smtClean="0"/>
              <a:t>Tham</a:t>
            </a:r>
            <a:r>
              <a:rPr lang="en-US" sz="3000" dirty="0" smtClean="0"/>
              <a:t> </a:t>
            </a:r>
            <a:r>
              <a:rPr lang="en-US" sz="3000" dirty="0" err="1" smtClean="0"/>
              <a:t>quan</a:t>
            </a:r>
            <a:r>
              <a:rPr lang="en-US" sz="3000" dirty="0" smtClean="0"/>
              <a:t> </a:t>
            </a:r>
            <a:r>
              <a:rPr lang="en-US" sz="3000" dirty="0" err="1" smtClean="0"/>
              <a:t>thực</a:t>
            </a:r>
            <a:r>
              <a:rPr lang="en-US" sz="3000" dirty="0" smtClean="0"/>
              <a:t> </a:t>
            </a:r>
            <a:r>
              <a:rPr lang="en-US" sz="3000" dirty="0" err="1" smtClean="0"/>
              <a:t>tế</a:t>
            </a:r>
            <a:endParaRPr lang="en-US" sz="3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98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giảng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PGS. TS. Trần Văn Long</a:t>
            </a:r>
          </a:p>
          <a:p>
            <a:pPr lvl="1"/>
            <a:r>
              <a:rPr lang="en-US" dirty="0" smtClean="0"/>
              <a:t>Chương 1</a:t>
            </a:r>
          </a:p>
          <a:p>
            <a:pPr lvl="1"/>
            <a:r>
              <a:rPr lang="en-US" dirty="0" smtClean="0"/>
              <a:t>Chương 2</a:t>
            </a:r>
          </a:p>
          <a:p>
            <a:pPr lvl="1"/>
            <a:r>
              <a:rPr lang="en-US" dirty="0" smtClean="0"/>
              <a:t>Chương 3</a:t>
            </a:r>
          </a:p>
          <a:p>
            <a:r>
              <a:rPr lang="en-US" dirty="0" smtClean="0"/>
              <a:t>TS. </a:t>
            </a:r>
            <a:r>
              <a:rPr lang="en-US" dirty="0" err="1" smtClean="0"/>
              <a:t>Nguyễn</a:t>
            </a:r>
            <a:r>
              <a:rPr lang="en-US" dirty="0" smtClean="0"/>
              <a:t> </a:t>
            </a:r>
            <a:r>
              <a:rPr lang="en-US" dirty="0" err="1" smtClean="0"/>
              <a:t>Mạnh</a:t>
            </a:r>
            <a:r>
              <a:rPr lang="en-US" dirty="0" smtClean="0"/>
              <a:t> </a:t>
            </a:r>
            <a:r>
              <a:rPr lang="en-US" dirty="0" err="1" smtClean="0"/>
              <a:t>Hùng</a:t>
            </a:r>
            <a:endParaRPr lang="en-US" dirty="0"/>
          </a:p>
          <a:p>
            <a:pPr lvl="1"/>
            <a:r>
              <a:rPr lang="en-US" dirty="0" smtClean="0"/>
              <a:t>Chương 4</a:t>
            </a:r>
          </a:p>
          <a:p>
            <a:pPr lvl="1"/>
            <a:r>
              <a:rPr lang="en-US" dirty="0" smtClean="0"/>
              <a:t>Chương 5</a:t>
            </a:r>
          </a:p>
          <a:p>
            <a:pPr lvl="1"/>
            <a:r>
              <a:rPr lang="en-US" dirty="0" smtClean="0"/>
              <a:t>Chương 6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00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Chương 1,2,3: </a:t>
            </a:r>
          </a:p>
          <a:p>
            <a:pPr lvl="1"/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cáo</a:t>
            </a:r>
            <a:r>
              <a:rPr lang="en-US" dirty="0" smtClean="0"/>
              <a:t> </a:t>
            </a:r>
            <a:r>
              <a:rPr lang="en-US" dirty="0" err="1" smtClean="0"/>
              <a:t>chuyên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(50%)</a:t>
            </a:r>
          </a:p>
          <a:p>
            <a:r>
              <a:rPr lang="en-US" dirty="0" err="1" smtClean="0"/>
              <a:t>Chương</a:t>
            </a:r>
            <a:r>
              <a:rPr lang="en-US" dirty="0" smtClean="0"/>
              <a:t> 4,5,6: </a:t>
            </a:r>
          </a:p>
          <a:p>
            <a:pPr lvl="1"/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cáo</a:t>
            </a:r>
            <a:r>
              <a:rPr lang="en-US" dirty="0" smtClean="0"/>
              <a:t> </a:t>
            </a:r>
            <a:r>
              <a:rPr lang="en-US" dirty="0" err="1" smtClean="0"/>
              <a:t>chuyên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(50%)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92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smtClean="0"/>
              <a:t>liệu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898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1422</TotalTime>
  <Words>151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Office Theme</vt:lpstr>
      <vt:lpstr>NHẬP MÔN NGÀNH TOÁN ỨNG DỤNG</vt:lpstr>
      <vt:lpstr>NỘI DUNG</vt:lpstr>
      <vt:lpstr>Thông tin giảng viên</vt:lpstr>
      <vt:lpstr>Kiểm tra đánh giá</vt:lpstr>
      <vt:lpstr>Tài liệu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Mathematics CIVE 2602.2</dc:title>
  <dc:creator>TranLong</dc:creator>
  <cp:lastModifiedBy>Admin</cp:lastModifiedBy>
  <cp:revision>195</cp:revision>
  <dcterms:created xsi:type="dcterms:W3CDTF">2006-08-16T00:00:00Z</dcterms:created>
  <dcterms:modified xsi:type="dcterms:W3CDTF">2026-09-06T02:10:36Z</dcterms:modified>
</cp:coreProperties>
</file>